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5078"/>
                </a:solidFill>
              </a:defRPr>
            </a:pPr>
            <a:r>
              <a:t>Using Agentic AI to Prioritize CERT C Findings in Embedded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5AC8FF"/>
                </a:solidFill>
              </a:defRPr>
            </a:pPr>
            <a:r>
              <a:t>• AI Hacking Village / BSides TLV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5AC8FF"/>
                </a:solidFill>
              </a:defRPr>
            </a:pPr>
            <a:r>
              <a:t>• Why static analysis severity ≠ real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5AC8FF"/>
                </a:solidFill>
              </a:defRPr>
            </a:pPr>
            <a:r>
              <a:t>• How agentic AI identifies the true critical bug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