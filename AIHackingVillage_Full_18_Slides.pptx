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Using Agentic AI to Prioritize CERT C Findings in Embedded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AI Hacking Village / BSides TLV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Why static analysis severity ≠ real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How agentic AI identifies the true critical bug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Embedded Systems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MCU-based products require deterministic C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Direct hardware access and strict timing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Safety and regulatory rules define allowed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Why CERT C Is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Prevents undefined behavior and memory corruption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Defines secure library and input-handling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Complements MISRA C in safety-critical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Limits of Static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Understands code structure but not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Severity reflects theoretical impact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Cannot interpret legal rules or operational 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Severity Is Not Real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High severity may be impossible in real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Medium severity may create critical authorization flaws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Static tools cannot prioritize by operational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Why Agentic AI Is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Reads code, documentation, and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Understands regulatory constraints (e.g., ≤54 HP limit)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Reclassifies findings by real-world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Generates context-aware fixes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Demo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Motorcycle ECU simulation (C console + Python GUI)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ROAD ECUs limited to ≤ 54 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RACE maps range from 65–100 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Static analysis misclassifies the real threat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Static Analysis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Many high-severity CERT C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Medium-severity missing-else rule in VIN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Static analysis cannot see regulatory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Demonstrating the Backdoor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Identify a ROAD ECU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Select a RACE map (e.g., 100 HP)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Enter malformed verification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ECU incorrectly flashes the illegal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Root Cause of the Backdoor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Missing ELSE creates an unintended valid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scanf misuse leaves stale verification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Uninitialized state bypasses authorization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Why Static Severity Misleads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Backdoor classified as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Other findings classified as HIGH but irrelevant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Static tools cannot map code to business rules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Agentic AI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Reads documentation and ECU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Traces end-to-end authorization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Identifies the violation of HP regulation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Elevates issue to highest priority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AI-Generated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Validate scanf return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Enforce complete VIN range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Reject illegal HP values for ROAD ECUs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Fix provided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Resulting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Noise CERT C violations remain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Authorization flaw elevated to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Risk scoring reflects actual operational danger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Demo Flow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1. Show static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2. Exploit ROAD → RACE map flashing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3. Run AI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4. Show AI patch and reasoning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Severity ≠ real risk in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Business context defines true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Agentic AI interprets code in full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Improves triage and remediation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078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Static analysis finds violations, AI finds what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Better prioritization → safer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Agentic AI augments engineering capability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