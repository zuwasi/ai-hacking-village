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Using Agentic AI to Prioritize CERT C Findings in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AI Hacking Village / BSides TLV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Static analysis severity ≠ real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Agentic AI identifies the true critical flaw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Embedded Systems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MCU-based systems use C for determinism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Direct hardware access and strict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Safety and regulations define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Why CERT C Is 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Prevents undefined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Improves security in embedded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Complements MISRA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Limits of Static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Understands code structure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Severity is theoretical, not contextual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Cannot interpret legal/operational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Severity Is Not Real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High severity may be irrelevant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Medium severity may create critical flaws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Tools cannot evaluate business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Why Agentic AI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Reads code, docs, and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Understands ECU constraints (≤54 HP)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Reprioritizes based on real-world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Generates compliant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Demo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Motorcycle ECU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ROAD: ≤54 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RACE: 65–100 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Static analysis misranks real threat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Static Analysis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Many high-severity CERT C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Medium-severity missing-else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Tool cannot see regulatory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Demonstrating the Backdoor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Identify ROAD ECU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Select a RACE map (e.g., 100 HP)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Enter malformed verification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Illegal map is accepted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Missing ELSE allows unintended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scanf misuse leaves stale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Uninitialized state bypasses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Why Static Severity Misleads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Backdoor flagged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High findings irrelevant to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Static tools lack domain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Agentic AI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Reads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Traces authorization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Detects HP regulation violation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Elevates issue to 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AI-Generated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Validate scanf return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Complete VIN else-chain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Reject illegal HP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Produces patch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Reprioritization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Noise findings stay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Authorization flaw marked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Reflects operational danger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Demo Flow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Show static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Exploit RACE→ROAD bypass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Run AI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Display AI 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Severity ≠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Business context defines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Agentic AI adds domain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Improves triage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A2B"/>
              </a:gs>
              <a:gs pos="100000">
                <a:srgbClr val="4020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4300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Static finds violations; AI finds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Better prioritization yields safer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BC8F8"/>
                </a:solidFill>
              </a:defRPr>
            </a:pPr>
            <a:r>
              <a:t>• Agentic AI augments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066"/>
                </a:solidFill>
              </a:defRPr>
            </a:pPr>
            <a:r>
              <a:t>Daniel Liezrowice – Agentic AI for CERT C at AI Hacking Village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